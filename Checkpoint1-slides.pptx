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5F3C57-75C2-D9AF-4913-A10D91F5CFF5}" v="58" dt="2026-10-16T16:50:36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Manufactorio</a:t>
            </a:r>
            <a:endParaRPr 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Ri'chard McCray</a:t>
            </a:r>
          </a:p>
          <a:p>
            <a:r>
              <a:rPr lang="en-US" b="1"/>
              <a:t>Joshua Parrilla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C118C-1BF4-56E5-9DA8-8B569792F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 Use Cases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40E87-B51D-FF97-785B-832CB47A1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756" y="1375717"/>
            <a:ext cx="5478489" cy="512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1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2A8BC-77CF-011F-CE46-BE3C787A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E/R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1C1E9-A5A7-02A6-1429-4F9E437B4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743" y="1713128"/>
            <a:ext cx="8229599" cy="480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13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5A42-813C-01FB-477E-6B7E5F84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</a:t>
            </a:r>
            <a:r>
              <a:rPr lang="en-US"/>
              <a:t>Specification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4DEFC3-8B80-6C87-227B-6E1CB0D1C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031" y="1764224"/>
            <a:ext cx="8591227" cy="47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0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Manufactorio</vt:lpstr>
      <vt:lpstr>UML Use Cases</vt:lpstr>
      <vt:lpstr>E/R Diagram</vt:lpstr>
      <vt:lpstr>Relation Specification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</cp:revision>
  <dcterms:created xsi:type="dcterms:W3CDTF">2026-10-16T16:34:52Z</dcterms:created>
  <dcterms:modified xsi:type="dcterms:W3CDTF">2026-10-16T16:51:20Z</dcterms:modified>
</cp:coreProperties>
</file>